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930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92" y="9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5D7D83-D401-9A49-861D-A02E2788C764}" type="datetimeFigureOut">
              <a:rPr lang="en-US" smtClean="0"/>
              <a:t>3/22/24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6AFEF-5B50-AD45-8E89-F62EC9932D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522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70E9A4-6E61-4AF5-9711-A3D3136113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47" y="2409479"/>
            <a:ext cx="11391065" cy="893580"/>
          </a:xfrm>
        </p:spPr>
        <p:txBody>
          <a:bodyPr anchor="b">
            <a:normAutofit/>
          </a:bodyPr>
          <a:lstStyle>
            <a:lvl1pPr algn="l">
              <a:defRPr sz="48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9B255B-D275-45F6-ACB5-BBD491BB4AD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7" y="3848999"/>
            <a:ext cx="11391065" cy="165576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FFFFFF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898934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44445"/>
                </a:solidFill>
              </a:defRPr>
            </a:lvl1pPr>
            <a:lvl2pPr>
              <a:defRPr>
                <a:solidFill>
                  <a:srgbClr val="444445"/>
                </a:solidFill>
              </a:defRPr>
            </a:lvl2pPr>
            <a:lvl3pPr>
              <a:defRPr>
                <a:solidFill>
                  <a:srgbClr val="444445"/>
                </a:solidFill>
              </a:defRPr>
            </a:lvl3pPr>
            <a:lvl4pPr>
              <a:defRPr>
                <a:solidFill>
                  <a:srgbClr val="444445"/>
                </a:solidFill>
              </a:defRPr>
            </a:lvl4pPr>
            <a:lvl5pPr>
              <a:defRPr>
                <a:solidFill>
                  <a:srgbClr val="444445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979519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lvl2pPr>
              <a:defRPr>
                <a:solidFill>
                  <a:srgbClr val="FFFFFF"/>
                </a:solidFill>
              </a:defRPr>
            </a:lvl2pPr>
            <a:lvl3pPr>
              <a:defRPr>
                <a:solidFill>
                  <a:srgbClr val="FFFFFF"/>
                </a:solidFill>
              </a:defRPr>
            </a:lvl3pPr>
            <a:lvl4pPr>
              <a:defRPr>
                <a:solidFill>
                  <a:srgbClr val="FFFFFF"/>
                </a:solidFill>
              </a:defRPr>
            </a:lvl4pPr>
            <a:lvl5pP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956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CBFABF-0FF7-46A7-A3E7-B6C1EFC20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D1B3E0-28C0-49B4-B789-CFB199546E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35479"/>
          </a:xfrm>
          <a:prstGeom prst="rect">
            <a:avLst/>
          </a:prstGeom>
        </p:spPr>
        <p:txBody>
          <a:bodyPr/>
          <a:lstStyle>
            <a:lvl1pPr>
              <a:buClr>
                <a:schemeClr val="tx1"/>
              </a:buClr>
              <a:defRPr>
                <a:solidFill>
                  <a:srgbClr val="FFFFFF"/>
                </a:solidFill>
              </a:defRPr>
            </a:lvl1pPr>
            <a:lvl2pPr>
              <a:buClr>
                <a:schemeClr val="tx1"/>
              </a:buClr>
              <a:defRPr>
                <a:solidFill>
                  <a:srgbClr val="FFFFFF"/>
                </a:solidFill>
              </a:defRPr>
            </a:lvl2pPr>
            <a:lvl3pPr>
              <a:buClr>
                <a:schemeClr val="tx1"/>
              </a:buClr>
              <a:defRPr>
                <a:solidFill>
                  <a:srgbClr val="FFFFFF"/>
                </a:solidFill>
              </a:defRPr>
            </a:lvl3pPr>
            <a:lvl4pPr>
              <a:buClr>
                <a:schemeClr val="tx1"/>
              </a:buClr>
              <a:defRPr>
                <a:solidFill>
                  <a:srgbClr val="FFFFFF"/>
                </a:solidFill>
              </a:defRPr>
            </a:lvl4pPr>
            <a:lvl5pPr>
              <a:buClr>
                <a:schemeClr val="tx1"/>
              </a:buClr>
              <a:defRPr>
                <a:solidFill>
                  <a:srgbClr val="FFFFFF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7234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6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40C5A8-72D0-4B08-8FDA-49B8D1F97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27514"/>
            <a:ext cx="10515600" cy="6561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5D9C3-E281-4B14-8306-28D6CE33EC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4"/>
            <a:ext cx="10515600" cy="48421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325685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6" r:id="rId1"/>
    <p:sldLayoutId id="2147483667" r:id="rId2"/>
    <p:sldLayoutId id="2147483668" r:id="rId3"/>
    <p:sldLayoutId id="2147483669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EE5"/>
        </a:buClr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EE5"/>
        </a:buClr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06F2-AC3E-484E-9926-59D4F59092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7362" y="852144"/>
            <a:ext cx="11391065" cy="917922"/>
          </a:xfrm>
        </p:spPr>
        <p:txBody>
          <a:bodyPr>
            <a:normAutofit/>
          </a:bodyPr>
          <a:lstStyle/>
          <a:p>
            <a:r>
              <a:rPr lang="en-US" dirty="0"/>
              <a:t>Wordle Part 2</a:t>
            </a:r>
            <a:r>
              <a:rPr lang="en-US" dirty="0">
                <a:solidFill>
                  <a:schemeClr val="accent1"/>
                </a:solidFill>
              </a:rPr>
              <a:t>:</a:t>
            </a:r>
            <a:r>
              <a:rPr lang="en-US" dirty="0"/>
              <a:t> output and gameplay</a:t>
            </a:r>
            <a:r>
              <a:rPr lang="en-US" dirty="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9B07687-F068-40FC-84A1-E7860490CA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46" y="5300991"/>
            <a:ext cx="11391065" cy="1085161"/>
          </a:xfrm>
        </p:spPr>
        <p:txBody>
          <a:bodyPr/>
          <a:lstStyle/>
          <a:p>
            <a:r>
              <a:rPr lang="en-US" b="1" dirty="0"/>
              <a:t>Week </a:t>
            </a:r>
            <a:r>
              <a:rPr lang="en-US" b="1" dirty="0">
                <a:solidFill>
                  <a:schemeClr val="accent6"/>
                </a:solidFill>
              </a:rPr>
              <a:t>10</a:t>
            </a:r>
            <a:r>
              <a:rPr lang="en-US" b="1" dirty="0"/>
              <a:t> </a:t>
            </a:r>
            <a:r>
              <a:rPr lang="en-US" dirty="0">
                <a:solidFill>
                  <a:schemeClr val="accent2"/>
                </a:solidFill>
              </a:rPr>
              <a:t>|</a:t>
            </a:r>
            <a:r>
              <a:rPr lang="en-US" dirty="0"/>
              <a:t> Lecture </a:t>
            </a:r>
            <a:r>
              <a:rPr lang="en-US" dirty="0">
                <a:solidFill>
                  <a:schemeClr val="accent6"/>
                </a:solidFill>
              </a:rPr>
              <a:t>3 </a:t>
            </a:r>
            <a:r>
              <a:rPr lang="en-US" dirty="0">
                <a:solidFill>
                  <a:schemeClr val="accent1"/>
                </a:solidFill>
              </a:rPr>
              <a:t>(</a:t>
            </a:r>
            <a:r>
              <a:rPr lang="en-US" dirty="0">
                <a:solidFill>
                  <a:schemeClr val="accent6"/>
                </a:solidFill>
              </a:rPr>
              <a:t>10</a:t>
            </a:r>
            <a:r>
              <a:rPr lang="en-US" dirty="0"/>
              <a:t>.</a:t>
            </a:r>
            <a:r>
              <a:rPr lang="en-US" dirty="0">
                <a:solidFill>
                  <a:schemeClr val="accent6"/>
                </a:solidFill>
              </a:rPr>
              <a:t>3</a:t>
            </a:r>
            <a:r>
              <a:rPr lang="en-US" dirty="0">
                <a:solidFill>
                  <a:schemeClr val="accent1"/>
                </a:solidFill>
              </a:rPr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7B22F0-2BD3-E352-6767-6D2BCFFA097E}"/>
              </a:ext>
            </a:extLst>
          </p:cNvPr>
          <p:cNvSpPr txBox="1"/>
          <p:nvPr/>
        </p:nvSpPr>
        <p:spPr>
          <a:xfrm>
            <a:off x="335946" y="5598853"/>
            <a:ext cx="6981398" cy="11387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CC99FF"/>
                </a:solidFill>
              </a:rPr>
              <a:t>While waiting, open the Wordle Part 2 Starter Notebook</a:t>
            </a:r>
          </a:p>
          <a:p>
            <a:r>
              <a:rPr lang="en-US" sz="1600" b="1" dirty="0">
                <a:solidFill>
                  <a:srgbClr val="CC99FF"/>
                </a:solidFill>
              </a:rPr>
              <a:t>Upcoming:</a:t>
            </a: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Lab 7 released Thursday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  <a:p>
            <a:pPr marL="285750" indent="-285750">
              <a:buClr>
                <a:srgbClr val="CC99FF"/>
              </a:buClr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rgbClr val="66FF99"/>
                </a:solidFill>
              </a:rPr>
              <a:t>Reflection 10 released Friday 6:00 pm</a:t>
            </a:r>
            <a:r>
              <a:rPr lang="en-US" sz="1600" dirty="0">
                <a:solidFill>
                  <a:srgbClr val="CC99FF"/>
                </a:solidFill>
              </a:rPr>
              <a:t>.</a:t>
            </a:r>
            <a:endParaRPr lang="en-US" sz="1600" dirty="0">
              <a:solidFill>
                <a:srgbClr val="66FF99"/>
              </a:solidFill>
            </a:endParaRPr>
          </a:p>
        </p:txBody>
      </p:sp>
      <p:pic>
        <p:nvPicPr>
          <p:cNvPr id="6" name="Picture 5" descr="A cartoon of a cat holding a sign&#10;&#10;Description automatically generated">
            <a:extLst>
              <a:ext uri="{FF2B5EF4-FFF2-40B4-BE49-F238E27FC236}">
                <a16:creationId xmlns:a16="http://schemas.microsoft.com/office/drawing/2014/main" id="{9DB68A2D-3780-360B-CCC2-FF70E27686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3930" y="1790132"/>
            <a:ext cx="4384152" cy="4378194"/>
          </a:xfrm>
          <a:prstGeom prst="rect">
            <a:avLst/>
          </a:prstGeom>
        </p:spPr>
      </p:pic>
      <p:pic>
        <p:nvPicPr>
          <p:cNvPr id="10" name="Picture 9" descr="Cartoon of two chairs with arms and legs and a yellow cube with a p on it&#10;&#10;Description automatically generated">
            <a:extLst>
              <a:ext uri="{FF2B5EF4-FFF2-40B4-BE49-F238E27FC236}">
                <a16:creationId xmlns:a16="http://schemas.microsoft.com/office/drawing/2014/main" id="{CC98A1E8-2226-6C79-91EE-6F3D250411D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7" t="18619" r="8543" b="8603"/>
          <a:stretch/>
        </p:blipFill>
        <p:spPr>
          <a:xfrm>
            <a:off x="346509" y="1794337"/>
            <a:ext cx="4077329" cy="3425434"/>
          </a:xfrm>
          <a:prstGeom prst="rect">
            <a:avLst/>
          </a:prstGeom>
        </p:spPr>
      </p:pic>
      <p:pic>
        <p:nvPicPr>
          <p:cNvPr id="14" name="Picture 13" descr="A cartoon of a person and person&#10;&#10;Description automatically generated">
            <a:extLst>
              <a:ext uri="{FF2B5EF4-FFF2-40B4-BE49-F238E27FC236}">
                <a16:creationId xmlns:a16="http://schemas.microsoft.com/office/drawing/2014/main" id="{44BECF11-49FF-2A03-7B20-9ACE4A32CC4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4549" y="1790132"/>
            <a:ext cx="2948670" cy="3771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43257"/>
      </p:ext>
    </p:extLst>
  </p:cSld>
  <p:clrMapOvr>
    <a:masterClrMapping/>
  </p:clrMapOvr>
</p:sld>
</file>

<file path=ppt/theme/theme1.xml><?xml version="1.0" encoding="utf-8"?>
<a:theme xmlns:a="http://schemas.openxmlformats.org/drawingml/2006/main" name="APS106_PPTX_Theme">
  <a:themeElements>
    <a:clrScheme name="Custom 5">
      <a:dk1>
        <a:srgbClr val="444445"/>
      </a:dk1>
      <a:lt1>
        <a:srgbClr val="000000"/>
      </a:lt1>
      <a:dk2>
        <a:srgbClr val="7B8994"/>
      </a:dk2>
      <a:lt2>
        <a:srgbClr val="3D464D"/>
      </a:lt2>
      <a:accent1>
        <a:srgbClr val="017EE5"/>
      </a:accent1>
      <a:accent2>
        <a:srgbClr val="017EE5"/>
      </a:accent2>
      <a:accent3>
        <a:srgbClr val="017EE5"/>
      </a:accent3>
      <a:accent4>
        <a:srgbClr val="7B8994"/>
      </a:accent4>
      <a:accent5>
        <a:srgbClr val="7B8994"/>
      </a:accent5>
      <a:accent6>
        <a:srgbClr val="FF9933"/>
      </a:accent6>
      <a:hlink>
        <a:srgbClr val="3D464D"/>
      </a:hlink>
      <a:folHlink>
        <a:srgbClr val="3D464D"/>
      </a:folHlink>
    </a:clrScheme>
    <a:fontScheme name="Custom 1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PS106_PPTX_Theme" id="{D71ABBE9-7E6D-4E30-BD8F-2EB61EB32A2D}" vid="{056030BA-02C6-4208-ACCE-F1B550CC0AA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APS106_PPTX_Theme</Template>
  <TotalTime>26205</TotalTime>
  <Words>42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Segoe UI</vt:lpstr>
      <vt:lpstr>Wingdings</vt:lpstr>
      <vt:lpstr>APS106_PPTX_Theme</vt:lpstr>
      <vt:lpstr>Wordle Part 2: output and gameplay.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Sebastian Goodfellow</dc:creator>
  <cp:lastModifiedBy>Benjamin Kinsella</cp:lastModifiedBy>
  <cp:revision>181</cp:revision>
  <dcterms:created xsi:type="dcterms:W3CDTF">2021-11-03T00:49:37Z</dcterms:created>
  <dcterms:modified xsi:type="dcterms:W3CDTF">2024-03-22T18:11:26Z</dcterms:modified>
</cp:coreProperties>
</file>